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基于 YAML 配置的水利模型通用对接框架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1206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CBD5E1"/>
                </a:solidFill>
                <a:latin typeface="Microsoft YaHei"/>
              </a:rPr>
              <a:t>面向 HBV / SWAT / APEX 等模型的参数写入、仿真执行、结果提取与指标评估一体化流程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41832"/>
            <a:ext cx="5989320" cy="512064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250" b="0">
                <a:solidFill>
                  <a:srgbClr val="1E293B"/>
                </a:solidFill>
                <a:latin typeface="Microsoft YaHei"/>
              </a:rPr>
              <a:t>定位：将外部水利模型封装为统一 Problem 接口，通过 YAML 描述参数、序列、指标与日志规则，直接接入 UQPyL 的率定/优化/不确定性分析。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941832"/>
            <a:ext cx="52303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配置层次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basic / parameters / functions / series / derived / objectives / constraints / diagnostics / reporter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38528"/>
            <a:ext cx="1764792" cy="841248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YAML 配置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RunConfig + Pydantic 校验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938528"/>
            <a:ext cx="1764792" cy="841248"/>
          </a:xfrm>
          <a:prstGeom prst="roundRect">
            <a:avLst/>
          </a:prstGeom>
          <a:solidFill>
            <a:srgbClr val="0EA5E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参数映射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ParamManager / WriteInHandler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938528"/>
            <a:ext cx="1764792" cy="841248"/>
          </a:xfrm>
          <a:prstGeom prst="roundRect">
            <a:avLst/>
          </a:prstGeom>
          <a:solidFill>
            <a:srgbClr val="F9731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模型运行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tempRun + subprocess + timeout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38528"/>
            <a:ext cx="1764792" cy="841248"/>
          </a:xfrm>
          <a:prstGeom prst="roundRect">
            <a:avLst/>
          </a:prstGeom>
          <a:solidFill>
            <a:srgbClr val="9333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结果提取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ExtractSpec / ExprSpec / CallSpec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938528"/>
            <a:ext cx="1764792" cy="841248"/>
          </a:xfrm>
          <a:prstGeom prst="roundRect">
            <a:avLst/>
          </a:prstGeom>
          <a:solidFill>
            <a:srgbClr val="DC262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指标评估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derived -&gt; obj / con / diag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938528"/>
            <a:ext cx="1764792" cy="841248"/>
          </a:xfrm>
          <a:prstGeom prst="roundRect">
            <a:avLst/>
          </a:prstGeom>
          <a:solidFill>
            <a:srgbClr val="16A3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结果归档</a:t>
            </a:r>
          </a:p>
          <a:p>
            <a:pPr algn="ctr"/>
            <a:r>
              <a:rPr sz="1050" b="0">
                <a:solidFill>
                  <a:srgbClr val="EFF6FF"/>
                </a:solidFill>
                <a:latin typeface="Microsoft YaHei"/>
              </a:rPr>
              <a:t>SQLite / CSV / error / warning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6272" y="2359152"/>
            <a:ext cx="10972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50792" y="2359152"/>
            <a:ext cx="10972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25312" y="2359152"/>
            <a:ext cx="10972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99832" y="2359152"/>
            <a:ext cx="10972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74352" y="2359152"/>
            <a:ext cx="109728" cy="0"/>
          </a:xfrm>
          <a:prstGeom prst="line">
            <a:avLst/>
          </a:prstGeom>
          <a:ln w="279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3035808"/>
            <a:ext cx="3822191" cy="26060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关键类与职责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`SimModel` 负责总控：创建运行队列、调度并行实例、回收目录、统一返回 `objs/cons`。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`ParamManager` 负责 X-&gt;P 映射、参数缓存、文件匹配与写入任务注册。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`WriteInHandler` 基于字节偏移覆盖定宽字段，支持相对/替换/增量三种模式。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`SeriesExtractor` 将模型输出组织为 `sid_sim/sid_obs`，供后续 derived 与目标函数复用。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`FunctionManager` 统一注册内置指标与外部 Python 函数，降低模型适配成本。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035808"/>
            <a:ext cx="3840480" cy="26060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核心实现细节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`load_config` 使用 Pydantic 校验文件存在性、字段一致性以及依赖闭包是否完整。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参数写入支持 exact / glob / regex 三种文件定位方式，适配复杂工程目录。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序列提取支持 `colSpan` 定宽截取、`colNum` 分列提取，也支持表达式和函数调用。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`Evaluator` 先计算 `derived`，再收集 objective / constraint / diagnostic 标量。</a:t>
            </a:r>
          </a:p>
          <a:p>
            <a:pPr algn="l"/>
            <a:r>
              <a:rPr sz="1019" b="0">
                <a:solidFill>
                  <a:srgbClr val="334155"/>
                </a:solidFill>
                <a:latin typeface="Microsoft YaHei"/>
              </a:rPr>
              <a:t>- 失败时通过 `RunError(stage, code, target, message)` 统一描述错误来源与处理阶段。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7" y="3035808"/>
            <a:ext cx="3438144" cy="26060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并行与日志机制</a:t>
            </a:r>
          </a:p>
          <a:p>
            <a:pPr algn="l"/>
            <a:r>
              <a:rPr sz="1000" b="0">
                <a:solidFill>
                  <a:srgbClr val="334155"/>
                </a:solidFill>
                <a:latin typeface="Microsoft YaHei"/>
              </a:rPr>
              <a:t>- `create_run_queue()` 会复制多个 `instance_i` 目录，避免并发写同一工程文件。</a:t>
            </a:r>
          </a:p>
          <a:p>
            <a:pPr algn="l"/>
            <a:r>
              <a:rPr sz="1000" b="0">
                <a:solidFill>
                  <a:srgbClr val="334155"/>
                </a:solidFill>
                <a:latin typeface="Microsoft YaHei"/>
              </a:rPr>
              <a:t>- `ThreadPoolExecutor` 并行提交样本，子进程超时后 kill 并写入 error 记录。</a:t>
            </a:r>
          </a:p>
          <a:p>
            <a:pPr algn="l"/>
            <a:r>
              <a:rPr sz="1000" b="0">
                <a:solidFill>
                  <a:srgbClr val="334155"/>
                </a:solidFill>
                <a:latin typeface="Microsoft YaHei"/>
              </a:rPr>
              <a:t>- `RunReporter` 后台线程按 batch/run 顺序落盘，输出 `results.db`、`summary.csv` 与序列 CSV。</a:t>
            </a:r>
          </a:p>
          <a:p>
            <a:pPr algn="l"/>
            <a:r>
              <a:rPr sz="1000" b="0">
                <a:solidFill>
                  <a:srgbClr val="334155"/>
                </a:solidFill>
                <a:latin typeface="Microsoft YaHei"/>
              </a:rPr>
              <a:t>- 参数越界会写入 `warning.txt`，运行失败会写入 `error.txt`，便于排查问题样本。</a:t>
            </a:r>
          </a:p>
          <a:p>
            <a:pPr algn="l"/>
            <a:r>
              <a:rPr sz="1000" b="0">
                <a:solidFill>
                  <a:srgbClr val="334155"/>
                </a:solidFill>
                <a:latin typeface="Microsoft YaHei"/>
              </a:rPr>
              <a:t>- 退出时执行 best-effort 清理，仅保留 backup 与结果文件。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760720"/>
            <a:ext cx="11338560" cy="5669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</a:rPr>
              <a:t>一句话总结：该框架将外部水利模型封装为统一可调用的问题对象，可直接接入 UQPyL 的优化、率定与不确定性分析流程。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